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a1724a57-cfb9-55df-5047-d0405ec781e4}">
          <p14:sldIdLst>
            <p14:sldId id="256"/>
          </p14:sldIdLst>
        </p14:section>
        <p14:section name="Зачем" id="{e05b5855-a799-957c-45a4-402d820badb1}">
          <p14:sldIdLst>
            <p14:sldId id="257"/>
            <p14:sldId id="258"/>
            <p14:sldId id="259"/>
          </p14:sldIdLst>
        </p14:section>
        <p14:section name="Как сделано" id="{9733468e-d13f-258e-c0fd-7d92335dee8c}">
          <p14:sldIdLst>
            <p14:sldId id="260"/>
            <p14:sldId id="261"/>
            <p14:sldId id="262"/>
            <p14:sldId id="263"/>
          </p14:sldIdLst>
        </p14:section>
        <p14:section name="Показ" id="{420b4ba3-139f-a1d4-b475-dc445af379b8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4E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4E4A"/>
                </a:solidFill>
                <a:latin typeface="+mn-lt"/>
              </a:rPr>
              <a:t>Тестов по областям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Тестов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Окно и интерфейс</c:v>
                  </c:pt>
                  <c:pt idx="1">
                    <c:v>OCR и превью</c:v>
                  </c:pt>
                  <c:pt idx="2">
                    <c:v>Документы и поиск</c:v>
                  </c:pt>
                  <c:pt idx="3">
                    <c:v>Ошибки и настройки</c:v>
                  </c:pt>
                  <c:pt idx="4">
                    <c:v>ZIP и безопасность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155</c:v>
                </c:pt>
                <c:pt idx="1">
                  <c:v>115</c:v>
                </c:pt>
                <c:pt idx="2">
                  <c:v>114</c:v>
                </c:pt>
                <c:pt idx="3">
                  <c:v>108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поиск слова по сотням файлов, включая сканы и архивы. Всё работает офлайн.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Окно не делает тяжёлой работы: поиск идёт в фоне, распознавание в отдельных процессах. OCR запускается только для страниц, где есть картинка и мало 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297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2026 · KRmanfi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188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Поиск по документам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слово в PDF, сканах, Word, Excel, PowerPoint и ZIP-архивах. Без интернета.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Макарчев Кирилл · Рогулькин Николай · Евграфова Яна</a:t>
            </a:r>
            <a:endParaRPr lang="en-US" sz="1400" dirty="0"/>
          </a:p>
        </p:txBody>
      </p:sp>
      <p:sp>
        <p:nvSpPr>
          <p:cNvPr id="7" name="Окно программы с результатами поиска frame"/>
          <p:cNvSpPr/>
          <p:nvPr/>
        </p:nvSpPr>
        <p:spPr>
          <a:xfrm>
            <a:off x="5038344" y="740664"/>
            <a:ext cx="3730752" cy="2615184"/>
          </a:xfrm>
          <a:prstGeom prst="roundRect">
            <a:avLst>
              <a:gd name="adj" fmla="val 2098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8" name="Окно программы с результатами поиска" descr="Окно программы с результатами поис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77240"/>
            <a:ext cx="3657600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Нужная фраза лежит где-то среди сотен файлов</a:t>
            </a:r>
            <a:endParaRPr lang="en-US" sz="3000" dirty="0"/>
          </a:p>
        </p:txBody>
      </p:sp>
      <p:sp>
        <p:nvSpPr>
          <p:cNvPr id="3" name="Номер 1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07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Открывать по одному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550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 и презентации — десятки минут на каждую папку.</a:t>
            </a:r>
            <a:endParaRPr lang="en-US" sz="1400" dirty="0"/>
          </a:p>
        </p:txBody>
      </p:sp>
      <p:sp>
        <p:nvSpPr>
          <p:cNvPr id="7" name="Номер 2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ОС слеп к сканам и архивам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523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на картинке и файлы внутри ZIP он не видит.</a:t>
            </a:r>
            <a:endParaRPr lang="en-US" sz="1400" dirty="0"/>
          </a:p>
        </p:txBody>
      </p:sp>
      <p:sp>
        <p:nvSpPr>
          <p:cNvPr id="11" name="Номер 3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502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не годятся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496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 и номера нельзя выгружать в интернет.</a:t>
            </a:r>
            <a:endParaRPr lang="en-US" sz="1400" dirty="0"/>
          </a:p>
        </p:txBody>
      </p:sp>
      <p:sp>
        <p:nvSpPr>
          <p:cNvPr id="15" name="Карточка: было"/>
          <p:cNvSpPr/>
          <p:nvPr/>
        </p:nvSpPr>
        <p:spPr>
          <a:xfrm>
            <a:off x="5486400" y="1325880"/>
            <a:ext cx="32004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мин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поиск по учебным материалам и отчётам (оценка команды).</a:t>
            </a:r>
            <a:endParaRPr lang="en-US" sz="1400" dirty="0"/>
          </a:p>
        </p:txBody>
      </p:sp>
      <p:sp>
        <p:nvSpPr>
          <p:cNvPr id="18" name="Карточка: стало"/>
          <p:cNvSpPr/>
          <p:nvPr/>
        </p:nvSpPr>
        <p:spPr>
          <a:xfrm>
            <a:off x="5486400" y="3063240"/>
            <a:ext cx="320040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с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886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демо-набор: 24 файла, 4 скана, ZIP внутри ZIP.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Выбрал папку, ввёл слово, увидел все места</a:t>
            </a:r>
            <a:endParaRPr lang="en-US" sz="3000" dirty="0"/>
          </a:p>
        </p:txBody>
      </p:sp>
      <p:sp>
        <p:nvSpPr>
          <p:cNvPr id="3" name="Результаты: файл, страница, вхождения frame"/>
          <p:cNvSpPr/>
          <p:nvPr/>
        </p:nvSpPr>
        <p:spPr>
          <a:xfrm>
            <a:off x="420624" y="1152144"/>
            <a:ext cx="4828032" cy="3377794"/>
          </a:xfrm>
          <a:prstGeom prst="roundRect">
            <a:avLst>
              <a:gd name="adj" fmla="val 1624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Результаты: файл, страница, вхождения" descr="Результаты: файл, страница, вхожде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54880" cy="3304642"/>
          </a:xfrm>
          <a:prstGeom prst="rect">
            <a:avLst/>
          </a:prstGeom>
        </p:spPr>
      </p:pic>
      <p:sp>
        <p:nvSpPr>
          <p:cNvPr id="5" name="Шаг 1"/>
          <p:cNvSpPr/>
          <p:nvPr/>
        </p:nvSpPr>
        <p:spPr>
          <a:xfrm>
            <a:off x="594360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207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искать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536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Папка, файл или ZIP; можно перетащить в окно.</a:t>
            </a:r>
            <a:endParaRPr lang="en-US" sz="1400" dirty="0"/>
          </a:p>
        </p:txBody>
      </p:sp>
      <p:sp>
        <p:nvSpPr>
          <p:cNvPr id="9" name="Шаг 2"/>
          <p:cNvSpPr/>
          <p:nvPr/>
        </p:nvSpPr>
        <p:spPr>
          <a:xfrm>
            <a:off x="5943600" y="2286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искать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5877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Слово, фраза или номер. Enter запускает поиск.</a:t>
            </a:r>
            <a:endParaRPr lang="en-US" sz="1400" dirty="0"/>
          </a:p>
        </p:txBody>
      </p:sp>
      <p:sp>
        <p:nvSpPr>
          <p:cNvPr id="13" name="Шаг 3"/>
          <p:cNvSpPr/>
          <p:nvPr/>
        </p:nvSpPr>
        <p:spPr>
          <a:xfrm>
            <a:off x="5943600" y="3337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639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по ходу поиска; двойной щелчок открывает страницу с подсветкой.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найдено 27 фрагментов в 17 файлах; ошибок —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Что умеет</a:t>
            </a:r>
            <a:endParaRPr lang="en-US" sz="3000" dirty="0"/>
          </a:p>
        </p:txBody>
      </p:sp>
      <p:sp>
        <p:nvSpPr>
          <p:cNvPr id="3" name="Карточка Форматы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Значок Форматы"/>
          <p:cNvSpPr/>
          <p:nvPr/>
        </p:nvSpPr>
        <p:spPr>
          <a:xfrm>
            <a:off x="640080" y="1463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XLSX, PPTX, TXT, MD, LOG, CSV и ZIP, в том числе вложенные.</a:t>
            </a:r>
            <a:endParaRPr lang="en-US" sz="1300" dirty="0"/>
          </a:p>
        </p:txBody>
      </p:sp>
      <p:sp>
        <p:nvSpPr>
          <p:cNvPr id="7" name="Карточка Сканы и фото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Значок Сканы и фото"/>
          <p:cNvSpPr/>
          <p:nvPr/>
        </p:nvSpPr>
        <p:spPr>
          <a:xfrm>
            <a:off x="3429000" y="1463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Сканы и фото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(рус + англ): выравнивает наклон, поворачивает, убирает шум.</a:t>
            </a:r>
            <a:endParaRPr lang="en-US" sz="1300" dirty="0"/>
          </a:p>
        </p:txBody>
      </p:sp>
      <p:sp>
        <p:nvSpPr>
          <p:cNvPr id="11" name="Карточка Режимы поиска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Значок Режимы поиска"/>
          <p:cNvSpPr/>
          <p:nvPr/>
        </p:nvSpPr>
        <p:spPr>
          <a:xfrm>
            <a:off x="6217920" y="1463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Режимы поиска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Подстрока или регулярное выражение, регистр, «е» = «ё».</a:t>
            </a:r>
            <a:endParaRPr lang="en-US" sz="1300" dirty="0"/>
          </a:p>
        </p:txBody>
      </p:sp>
      <p:sp>
        <p:nvSpPr>
          <p:cNvPr id="15" name="Карточка Результаты на лету"/>
          <p:cNvSpPr/>
          <p:nvPr/>
        </p:nvSpPr>
        <p:spPr>
          <a:xfrm>
            <a:off x="45720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Значок Результаты на лету"/>
          <p:cNvSpPr/>
          <p:nvPr/>
        </p:nvSpPr>
        <p:spPr>
          <a:xfrm>
            <a:off x="640080" y="3246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на лету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«файл → страница → вхождение», фильтр, не зависает.</a:t>
            </a:r>
            <a:endParaRPr lang="en-US" sz="1300" dirty="0"/>
          </a:p>
        </p:txBody>
      </p:sp>
      <p:sp>
        <p:nvSpPr>
          <p:cNvPr id="19" name="Карточка Подсветка"/>
          <p:cNvSpPr/>
          <p:nvPr/>
        </p:nvSpPr>
        <p:spPr>
          <a:xfrm>
            <a:off x="324612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Значок Подсветка"/>
          <p:cNvSpPr/>
          <p:nvPr/>
        </p:nvSpPr>
        <p:spPr>
          <a:xfrm>
            <a:off x="3429000" y="3246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щелчок по PDF показывает страницу и отмечает все совпадения.</a:t>
            </a:r>
            <a:endParaRPr lang="en-US" sz="1300" dirty="0"/>
          </a:p>
        </p:txBody>
      </p:sp>
      <p:sp>
        <p:nvSpPr>
          <p:cNvPr id="23" name="Карточка Стоп и CSV"/>
          <p:cNvSpPr/>
          <p:nvPr/>
        </p:nvSpPr>
        <p:spPr>
          <a:xfrm>
            <a:off x="603504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Значок Стоп и CSV"/>
          <p:cNvSpPr/>
          <p:nvPr/>
        </p:nvSpPr>
        <p:spPr>
          <a:xfrm>
            <a:off x="6217920" y="32461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 и CSV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в любой момент; экспорт только того, что видно на экране.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Команда</a:t>
            </a:r>
            <a:endParaRPr lang="en-US" sz="3000" dirty="0"/>
          </a:p>
        </p:txBody>
      </p:sp>
      <p:sp>
        <p:nvSpPr>
          <p:cNvPr id="3" name="Участник Макарчев Кирилл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Фото Макарчев Кирилл" descr="Фото: Макарчев Кирил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31520" cy="73152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Макарчев Кирилл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Разработчик, UI-дизайн: архитектура, форматы, OCR, интерфейс PySide6, сборка, документация</a:t>
            </a:r>
            <a:endParaRPr lang="en-US" sz="1400" dirty="0"/>
          </a:p>
        </p:txBody>
      </p:sp>
      <p:sp>
        <p:nvSpPr>
          <p:cNvPr id="7" name="Участник Рогулькин Николай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Фото Рогулькин Николай" descr="Фото: Рогулькин Никола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731520" cy="731520"/>
          </a:xfrm>
          <a:prstGeom prst="ellipse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Рогулькин Николай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и вёрстка: автотесты, проверка качества, презентация</a:t>
            </a:r>
            <a:endParaRPr lang="en-US" sz="1400" dirty="0"/>
          </a:p>
        </p:txBody>
      </p:sp>
      <p:sp>
        <p:nvSpPr>
          <p:cNvPr id="11" name="Участник Евграфова Яна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Фото Евграфова Яна" descr="Фото: Евграфова Ян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731520" cy="731520"/>
          </a:xfrm>
          <a:prstGeom prst="ellipse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Евграфова Яна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[роль и вклад — допишите]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Технологии</a:t>
            </a:r>
            <a:endParaRPr lang="en-US" sz="3000" dirty="0"/>
          </a:p>
        </p:txBody>
      </p:sp>
      <p:sp>
        <p:nvSpPr>
          <p:cNvPr id="3" name="Строка Окно"/>
          <p:cNvSpPr/>
          <p:nvPr/>
        </p:nvSpPr>
        <p:spPr>
          <a:xfrm>
            <a:off x="457200" y="123444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2344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PySide6 (Qt 6)</a:t>
            </a:r>
            <a:endParaRPr lang="en-US" sz="1500" dirty="0"/>
          </a:p>
        </p:txBody>
      </p:sp>
      <p:sp>
        <p:nvSpPr>
          <p:cNvPr id="6" name="Строка Документы"/>
          <p:cNvSpPr/>
          <p:nvPr/>
        </p:nvSpPr>
        <p:spPr>
          <a:xfrm>
            <a:off x="457200" y="180136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01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0136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python-docx, openpyxl, python-pptx</a:t>
            </a:r>
            <a:endParaRPr lang="en-US" sz="1500" dirty="0"/>
          </a:p>
        </p:txBody>
      </p:sp>
      <p:sp>
        <p:nvSpPr>
          <p:cNvPr id="9" name="Строка Сканы"/>
          <p:cNvSpPr/>
          <p:nvPr/>
        </p:nvSpPr>
        <p:spPr>
          <a:xfrm>
            <a:off x="457200" y="236829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68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6829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Tesseract, OpenCV, Pillow, NumPy</a:t>
            </a:r>
            <a:endParaRPr lang="en-US" sz="1500" dirty="0"/>
          </a:p>
        </p:txBody>
      </p:sp>
      <p:sp>
        <p:nvSpPr>
          <p:cNvPr id="12" name="Строка Данные и логи"/>
          <p:cNvSpPr/>
          <p:nvPr/>
        </p:nvSpPr>
        <p:spPr>
          <a:xfrm>
            <a:off x="457200" y="293522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352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логи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93522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v2, structlog, ProcessPoolExecutor</a:t>
            </a:r>
            <a:endParaRPr lang="en-US" sz="1500" dirty="0"/>
          </a:p>
        </p:txBody>
      </p:sp>
      <p:sp>
        <p:nvSpPr>
          <p:cNvPr id="15" name="Строка Качество"/>
          <p:cNvSpPr/>
          <p:nvPr/>
        </p:nvSpPr>
        <p:spPr>
          <a:xfrm>
            <a:off x="457200" y="3502152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021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50215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pytest-qt, ruff — 540 тестов</a:t>
            </a:r>
            <a:endParaRPr lang="en-US" sz="1500" dirty="0"/>
          </a:p>
        </p:txBody>
      </p:sp>
      <p:sp>
        <p:nvSpPr>
          <p:cNvPr id="18" name="Строка Сборка и ИИ"/>
          <p:cNvSpPr/>
          <p:nvPr/>
        </p:nvSpPr>
        <p:spPr>
          <a:xfrm>
            <a:off x="457200" y="406908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69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и ИИ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40690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PyInstaller; ИИ: Claude, ChatGPT, Qwen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Как устроено</a:t>
            </a:r>
            <a:endParaRPr lang="en-US" sz="3000" dirty="0"/>
          </a:p>
        </p:txBody>
      </p:sp>
      <p:sp>
        <p:nvSpPr>
          <p:cNvPr id="3" name="Слой Окно"/>
          <p:cNvSpPr/>
          <p:nvPr/>
        </p:nvSpPr>
        <p:spPr>
          <a:xfrm>
            <a:off x="457200" y="123444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PySide6, дерево результатов, фоновые задачи</a:t>
            </a:r>
            <a:endParaRPr lang="en-US" sz="1200" dirty="0"/>
          </a:p>
        </p:txBody>
      </p:sp>
      <p:sp>
        <p:nvSpPr>
          <p:cNvPr id="6" name="Слой Сценарий"/>
          <p:cNvSpPr/>
          <p:nvPr/>
        </p:nvSpPr>
        <p:spPr>
          <a:xfrm>
            <a:off x="457200" y="2103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SearchText: проверка запроса</a:t>
            </a:r>
            <a:endParaRPr lang="en-US" sz="1200" dirty="0"/>
          </a:p>
        </p:txBody>
      </p:sp>
      <p:sp>
        <p:nvSpPr>
          <p:cNvPr id="9" name="Слой Инфраструктура"/>
          <p:cNvSpPr/>
          <p:nvPr/>
        </p:nvSpPr>
        <p:spPr>
          <a:xfrm>
            <a:off x="457200" y="297180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обход, ZIP, извлечение, OCR, сопоставление</a:t>
            </a:r>
            <a:endParaRPr lang="en-US" sz="1200" dirty="0"/>
          </a:p>
        </p:txBody>
      </p:sp>
      <p:sp>
        <p:nvSpPr>
          <p:cNvPr id="12" name="Слой Предметная область"/>
          <p:cNvSpPr/>
          <p:nvPr/>
        </p:nvSpPr>
        <p:spPr>
          <a:xfrm>
            <a:off x="457200" y="38404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04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Предметная область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SearchQuery, SearchHit, SearchStats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идут сверху вниз</a:t>
            </a:r>
            <a:endParaRPr lang="en-US" sz="1100" dirty="0"/>
          </a:p>
        </p:txBody>
      </p:sp>
      <p:sp>
        <p:nvSpPr>
          <p:cNvPr id="16" name="Этап Обход папки"/>
          <p:cNvSpPr/>
          <p:nvPr/>
        </p:nvSpPr>
        <p:spPr>
          <a:xfrm>
            <a:off x="4754880" y="123444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Номер этапа 1"/>
          <p:cNvSpPr/>
          <p:nvPr/>
        </p:nvSpPr>
        <p:spPr>
          <a:xfrm>
            <a:off x="4846320" y="12984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папки</a:t>
            </a:r>
            <a:endParaRPr lang="en-US" sz="1400" dirty="0"/>
          </a:p>
        </p:txBody>
      </p:sp>
      <p:sp>
        <p:nvSpPr>
          <p:cNvPr id="20" name="Стрелка 1"/>
          <p:cNvSpPr/>
          <p:nvPr/>
        </p:nvSpPr>
        <p:spPr>
          <a:xfrm rot="10800000">
            <a:off x="6583680" y="1709928"/>
            <a:ext cx="182880" cy="9144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Этап Безопасная распаковка ZIP"/>
          <p:cNvSpPr/>
          <p:nvPr/>
        </p:nvSpPr>
        <p:spPr>
          <a:xfrm>
            <a:off x="4754880" y="1819656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Номер этапа 2"/>
          <p:cNvSpPr/>
          <p:nvPr/>
        </p:nvSpPr>
        <p:spPr>
          <a:xfrm>
            <a:off x="4846320" y="188366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1819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распаковка ZIP</a:t>
            </a:r>
            <a:endParaRPr lang="en-US" sz="1400" dirty="0"/>
          </a:p>
        </p:txBody>
      </p:sp>
      <p:sp>
        <p:nvSpPr>
          <p:cNvPr id="25" name="Стрелка 2"/>
          <p:cNvSpPr/>
          <p:nvPr/>
        </p:nvSpPr>
        <p:spPr>
          <a:xfrm rot="10800000">
            <a:off x="6583680" y="2295144"/>
            <a:ext cx="182880" cy="9144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Этап Текст из файла"/>
          <p:cNvSpPr/>
          <p:nvPr/>
        </p:nvSpPr>
        <p:spPr>
          <a:xfrm>
            <a:off x="4754880" y="2404872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Номер этапа 3"/>
          <p:cNvSpPr/>
          <p:nvPr/>
        </p:nvSpPr>
        <p:spPr>
          <a:xfrm>
            <a:off x="4846320" y="24688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из файла</a:t>
            </a:r>
            <a:endParaRPr lang="en-US" sz="1400" dirty="0"/>
          </a:p>
        </p:txBody>
      </p:sp>
      <p:sp>
        <p:nvSpPr>
          <p:cNvPr id="30" name="Стрелка 3"/>
          <p:cNvSpPr/>
          <p:nvPr/>
        </p:nvSpPr>
        <p:spPr>
          <a:xfrm rot="10800000">
            <a:off x="6583680" y="2880360"/>
            <a:ext cx="182880" cy="9144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Этап OCR страниц без текста"/>
          <p:cNvSpPr/>
          <p:nvPr/>
        </p:nvSpPr>
        <p:spPr>
          <a:xfrm>
            <a:off x="4754880" y="299008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Номер этапа 4"/>
          <p:cNvSpPr/>
          <p:nvPr/>
        </p:nvSpPr>
        <p:spPr>
          <a:xfrm>
            <a:off x="4846320" y="30540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2990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страниц без текста</a:t>
            </a:r>
            <a:endParaRPr lang="en-US" sz="1400" dirty="0"/>
          </a:p>
        </p:txBody>
      </p:sp>
      <p:sp>
        <p:nvSpPr>
          <p:cNvPr id="35" name="Стрелка 4"/>
          <p:cNvSpPr/>
          <p:nvPr/>
        </p:nvSpPr>
        <p:spPr>
          <a:xfrm rot="10800000">
            <a:off x="6583680" y="3465576"/>
            <a:ext cx="182880" cy="9144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Этап Сопоставление"/>
          <p:cNvSpPr/>
          <p:nvPr/>
        </p:nvSpPr>
        <p:spPr>
          <a:xfrm>
            <a:off x="4754880" y="3575304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Номер этапа 5"/>
          <p:cNvSpPr/>
          <p:nvPr/>
        </p:nvSpPr>
        <p:spPr>
          <a:xfrm>
            <a:off x="4846320" y="3639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49240" y="3575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</a:t>
            </a:r>
            <a:endParaRPr lang="en-US" sz="1400" dirty="0"/>
          </a:p>
        </p:txBody>
      </p:sp>
      <p:sp>
        <p:nvSpPr>
          <p:cNvPr id="40" name="Стрелка 5"/>
          <p:cNvSpPr/>
          <p:nvPr/>
        </p:nvSpPr>
        <p:spPr>
          <a:xfrm rot="10800000">
            <a:off x="6583680" y="4050792"/>
            <a:ext cx="182880" cy="9144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Этап Результаты в окно"/>
          <p:cNvSpPr/>
          <p:nvPr/>
        </p:nvSpPr>
        <p:spPr>
          <a:xfrm>
            <a:off x="4754880" y="416052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Номер этапа 6"/>
          <p:cNvSpPr/>
          <p:nvPr/>
        </p:nvSpPr>
        <p:spPr>
          <a:xfrm>
            <a:off x="4846320" y="42245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34924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в окно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Что будет, если…</a:t>
            </a:r>
            <a:endParaRPr lang="en-US" sz="3000" dirty="0"/>
          </a:p>
        </p:txBody>
      </p:sp>
      <p:graphicFrame>
        <p:nvGraphicFramePr>
          <p:cNvPr id="9" name="Таблица ошибок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Ситуация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Поведение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Неверное регулярное выражение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 в окне, программа работает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Битый ZIP, zip-бомба, «../» в имени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 в «ошибки», поиск идёт дальше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Зашифрованный PDF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«ошибки», остальные файлы читаются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Tesseract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Предупреждение; обычные документы ищутся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Нажали «Стоп» или закрыли окно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Процессы остановлены, временные файлы удалены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Огромный файл (больше 200 МБ)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Пропущен и показан в списке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не зависает: поиск в фоновом потоке, распознавание в отдельных процессах.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Проверено на реальных файлах</a:t>
            </a:r>
            <a:endParaRPr lang="en-US" sz="3000" dirty="0"/>
          </a:p>
        </p:txBody>
      </p:sp>
      <p:sp>
        <p:nvSpPr>
          <p:cNvPr id="3" name="Скриншот: файл с ошибкой frame"/>
          <p:cNvSpPr/>
          <p:nvPr/>
        </p:nvSpPr>
        <p:spPr>
          <a:xfrm>
            <a:off x="420624" y="1197864"/>
            <a:ext cx="4096512" cy="2181393"/>
          </a:xfrm>
          <a:prstGeom prst="roundRect">
            <a:avLst>
              <a:gd name="adj" fmla="val 251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файл с ошибкой" descr="Скриншот: файл с ошибк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023360" cy="2108241"/>
          </a:xfrm>
          <a:prstGeom prst="rect">
            <a:avLst/>
          </a:prstGeom>
        </p:spPr>
      </p:pic>
      <p:sp>
        <p:nvSpPr>
          <p:cNvPr id="5" name="Скриншот: успешный поиск frame"/>
          <p:cNvSpPr/>
          <p:nvPr/>
        </p:nvSpPr>
        <p:spPr>
          <a:xfrm>
            <a:off x="4626864" y="1197864"/>
            <a:ext cx="4096512" cy="2181393"/>
          </a:xfrm>
          <a:prstGeom prst="roundRect">
            <a:avLst>
              <a:gd name="adj" fmla="val 251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успешный поиск" descr="Скриншот: успешный поис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023360" cy="210824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74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 ошибкой: «совпадений нет, ошибок — 1», программа не падает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74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Успех: в docx найдено 3 фрагмента с контекстом</a:t>
            </a:r>
            <a:endParaRPr lang="en-US" sz="1300" dirty="0"/>
          </a:p>
        </p:txBody>
      </p:sp>
      <p:sp>
        <p:nvSpPr>
          <p:cNvPr id="9" name="Было и стало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≈ 15 мин вручную</a:t>
            </a:r>
            <a:pPr algn="ctr"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≈ 5 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Живая демонстрация, 90 секунд</a:t>
            </a:r>
            <a:endParaRPr lang="en-US" sz="3000" dirty="0"/>
          </a:p>
        </p:txBody>
      </p:sp>
      <p:sp>
        <p:nvSpPr>
          <p:cNvPr id="3" name="Шаг демо 1"/>
          <p:cNvSpPr/>
          <p:nvPr/>
        </p:nvSpPr>
        <p:spPr>
          <a:xfrm>
            <a:off x="457200" y="1188720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с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demo, слово «квартальный отчёт», «Найти»</a:t>
            </a:r>
            <a:endParaRPr lang="en-US" sz="1300" dirty="0"/>
          </a:p>
        </p:txBody>
      </p:sp>
      <p:sp>
        <p:nvSpPr>
          <p:cNvPr id="6" name="Шаг демо 2"/>
          <p:cNvSpPr/>
          <p:nvPr/>
        </p:nvSpPr>
        <p:spPr>
          <a:xfrm>
            <a:off x="457200" y="1773936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73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с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739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растут по ходу; итоговая строка</a:t>
            </a:r>
            <a:endParaRPr lang="en-US" sz="1300" dirty="0"/>
          </a:p>
        </p:txBody>
      </p:sp>
      <p:sp>
        <p:nvSpPr>
          <p:cNvPr id="9" name="Шаг демо 3"/>
          <p:cNvSpPr/>
          <p:nvPr/>
        </p:nvSpPr>
        <p:spPr>
          <a:xfrm>
            <a:off x="457200" y="2359152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591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91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щелчок по скану: страница с подсветкой</a:t>
            </a:r>
            <a:endParaRPr lang="en-US" sz="1300" dirty="0"/>
          </a:p>
        </p:txBody>
      </p:sp>
      <p:sp>
        <p:nvSpPr>
          <p:cNvPr id="12" name="Шаг демо 4"/>
          <p:cNvSpPr/>
          <p:nvPr/>
        </p:nvSpPr>
        <p:spPr>
          <a:xfrm>
            <a:off x="457200" y="2944368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443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с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443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«Файлы без текста и ошибки»: битый ZIP, PDF с паролем</a:t>
            </a:r>
            <a:endParaRPr lang="en-US" sz="1300" dirty="0"/>
          </a:p>
        </p:txBody>
      </p:sp>
      <p:sp>
        <p:nvSpPr>
          <p:cNvPr id="15" name="Шаг демо 5"/>
          <p:cNvSpPr/>
          <p:nvPr/>
        </p:nvSpPr>
        <p:spPr>
          <a:xfrm>
            <a:off x="457200" y="3529584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295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95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Регулярное выражение «(» и «\d{4}-К»</a:t>
            </a:r>
            <a:endParaRPr lang="en-US" sz="1300" dirty="0"/>
          </a:p>
        </p:txBody>
      </p:sp>
      <p:sp>
        <p:nvSpPr>
          <p:cNvPr id="18" name="Шаг демо 6"/>
          <p:cNvSpPr/>
          <p:nvPr/>
        </p:nvSpPr>
        <p:spPr>
          <a:xfrm>
            <a:off x="457200" y="4114800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1148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114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«Стоп» во время поиска, экспорт в CSV</a:t>
            </a:r>
            <a:endParaRPr lang="en-US" sz="1300" dirty="0"/>
          </a:p>
        </p:txBody>
      </p:sp>
      <p:sp>
        <p:nvSpPr>
          <p:cNvPr id="21" name="Скан: найденная фраза подсвечена frame"/>
          <p:cNvSpPr/>
          <p:nvPr/>
        </p:nvSpPr>
        <p:spPr>
          <a:xfrm>
            <a:off x="5495544" y="1152144"/>
            <a:ext cx="3227832" cy="2735702"/>
          </a:xfrm>
          <a:prstGeom prst="roundRect">
            <a:avLst>
              <a:gd name="adj" fmla="val 200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22" name="Скан: найденная фраза подсвечена" descr="Скан: найденная фраза подсвече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88720"/>
            <a:ext cx="3154680" cy="26625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53212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Найденная фраза на скане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Тестирование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тестов, все проходят; ruff без замечаний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Включая демо-набор из 20 файлов: сканы, повёрнутые страницы, ZIP в ZIP, битые файлы.</a:t>
            </a:r>
            <a:endParaRPr lang="en-US" sz="1200" dirty="0"/>
          </a:p>
        </p:txBody>
      </p:sp>
      <p:sp>
        <p:nvSpPr>
          <p:cNvPr id="6" name="Живое тестирование"/>
          <p:cNvSpPr/>
          <p:nvPr/>
        </p:nvSpPr>
        <p:spPr>
          <a:xfrm>
            <a:off x="457200" y="3429000"/>
            <a:ext cx="2743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429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тестирование: нашли проблемы с кодировкой в старых DOCX; исправили пустые страницы OCR; добавили прогресс-бар.</a:t>
            </a:r>
            <a:endParaRPr lang="en-US" sz="1200" dirty="0"/>
          </a:p>
        </p:txBody>
      </p:sp>
      <p:graphicFrame>
        <p:nvGraphicFramePr>
          <p:cNvPr id="8" name="Диаграмма тестов" descr=""/>
          <p:cNvGraphicFramePr/>
          <p:nvPr/>
        </p:nvGraphicFramePr>
        <p:xfrm>
          <a:off x="356616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Фотоотчёт: команда за работой</a:t>
            </a:r>
            <a:endParaRPr lang="en-US" sz="3000" dirty="0"/>
          </a:p>
        </p:txBody>
      </p:sp>
      <p:sp>
        <p:nvSpPr>
          <p:cNvPr id="3" name="Команда в рабочем чате frame"/>
          <p:cNvSpPr/>
          <p:nvPr/>
        </p:nvSpPr>
        <p:spPr>
          <a:xfrm>
            <a:off x="420624" y="1197864"/>
            <a:ext cx="4645152" cy="24688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Команда в рабочем чате" descr="Команда в рабочем ча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572000" cy="2395728"/>
          </a:xfrm>
          <a:prstGeom prst="rect">
            <a:avLst/>
          </a:prstGeom>
        </p:spPr>
      </p:pic>
      <p:sp>
        <p:nvSpPr>
          <p:cNvPr id="5" name="Обсуждение идеи проекта frame"/>
          <p:cNvSpPr/>
          <p:nvPr/>
        </p:nvSpPr>
        <p:spPr>
          <a:xfrm>
            <a:off x="5358384" y="1197864"/>
            <a:ext cx="3337560" cy="2465963"/>
          </a:xfrm>
          <a:prstGeom prst="roundRect">
            <a:avLst>
              <a:gd name="adj" fmla="val 2225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6" name="Обсуждение идеи проекта" descr="Обсуждение идеи проек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3264408" cy="23928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в рабочем чате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379476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темы проекта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1–2 фото команды за работой, если есть.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Выводы и планы</a:t>
            </a:r>
            <a:endParaRPr lang="en-US" sz="3000" dirty="0"/>
          </a:p>
        </p:txBody>
      </p:sp>
      <p:sp>
        <p:nvSpPr>
          <p:cNvPr id="3" name="Чему научились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0F766E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Чему научились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Распознавание вешало окно — вынесли в отдельные процессы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Предобработка картинки критична для OCR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Архивы проверять до чтения, ошибка файла не стопорит поиск</a:t>
            </a:r>
            <a:endParaRPr lang="en-US" sz="1200" dirty="0"/>
          </a:p>
        </p:txBody>
      </p:sp>
      <p:sp>
        <p:nvSpPr>
          <p:cNvPr id="6" name="Ограничения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0F766E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Индекса нет: каждый поиск читает файлы заново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Нет .doc/.xls, RAR и 7z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Нет рукописного текста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Подсветка только в PDF</a:t>
            </a:r>
            <a:endParaRPr lang="en-US" sz="1200" dirty="0"/>
          </a:p>
        </p:txBody>
      </p:sp>
      <p:sp>
        <p:nvSpPr>
          <p:cNvPr id="9" name="Планы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0F766E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Индекс для быстрого повторного поиска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7z и RAR, нечёткий поиск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Подсветка в Word и Excel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Рукописный текст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Вопросы?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manfi Teal">
  <a:themeElements>
    <a:clrScheme name="KRmanfi Teal">
      <a:dk1>
        <a:srgbClr val="0F172A"/>
      </a:dk1>
      <a:lt1>
        <a:srgbClr val="FFFFFF"/>
      </a:lt1>
      <a:dk2>
        <a:srgbClr val="134E4A"/>
      </a:dk2>
      <a:lt2>
        <a:srgbClr val="F1F5F9"/>
      </a:lt2>
      <a:accent1>
        <a:srgbClr val="0D9488"/>
      </a:accent1>
      <a:accent2>
        <a:srgbClr val="14B8A6"/>
      </a:accent2>
      <a:accent3>
        <a:srgbClr val="FDE047"/>
      </a:accent3>
      <a:accent4>
        <a:srgbClr val="D97706"/>
      </a:accent4>
      <a:accent5>
        <a:srgbClr val="64748B"/>
      </a:accent5>
      <a:accent6>
        <a:srgbClr val="0F766E"/>
      </a:accent6>
      <a:hlink>
        <a:srgbClr val="0D9488"/>
      </a:hlink>
      <a:folHlink>
        <a:srgbClr val="64748B"/>
      </a:folHlink>
    </a:clrScheme>
    <a:fontScheme name="KRmanfi 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по документам</dc:title>
  <dc:subject>PptxGenJS Presentation</dc:subject>
  <dc:creator>KRmanfi</dc:creator>
  <cp:lastModifiedBy>KRmanfi</cp:lastModifiedBy>
  <cp:revision>1</cp:revision>
  <dcterms:created xsi:type="dcterms:W3CDTF">2026-10-29T18:19:01Z</dcterms:created>
  <dcterms:modified xsi:type="dcterms:W3CDTF">2026-10-29T18:19:01Z</dcterms:modified>
</cp:coreProperties>
</file>