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забыть упомянуть квартальный отчёт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года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Главное: квартальный отчёт принят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Вопросы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